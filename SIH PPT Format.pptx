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A40B8-F10C-455E-9A5E-2FA7E0A6DEFB}" type="datetimeFigureOut">
              <a:rPr lang="en-US" smtClean="0"/>
              <a:pPr/>
              <a:t>1/4/2020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E0FF1-FF40-4EDD-A10A-256493A48D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SLIDE-1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95400"/>
            <a:ext cx="7248525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SLIDE-2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600200"/>
            <a:ext cx="6621757" cy="390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SLIDE -3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600200"/>
            <a:ext cx="641032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SLIDE-1</vt:lpstr>
      <vt:lpstr>SLIDE-2</vt:lpstr>
      <vt:lpstr>SLIDE -3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RMK</cp:lastModifiedBy>
  <cp:revision>21</cp:revision>
  <dcterms:created xsi:type="dcterms:W3CDTF">2019-01-10T10:06:25Z</dcterms:created>
  <dcterms:modified xsi:type="dcterms:W3CDTF">2020-01-04T07:44:06Z</dcterms:modified>
</cp:coreProperties>
</file>